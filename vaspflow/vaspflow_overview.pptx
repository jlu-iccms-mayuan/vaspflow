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vaspflow 结构与使用概览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面向新入组研究生的快速上手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2926080" cy="109728"/>
          </a:xfrm>
          <a:prstGeom prst="rect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DFTFlow / vaspflow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目录结构总览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vaspflow/ 主要子模块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solidFill>
            <a:srgbClr val="F6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vaspflow/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scf/           # 自洽计算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eband/         # 能带计算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eledos/        # 电子态密度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cohp/          # COHP/LOBSTER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fermisurface/  # 费米面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locpot/        # LOCPOT 预留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input.toml     # 通用配置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通用工作流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每个子模块的统一流程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498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读取 input.toml 与结构文件 (POSCAR)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生成 INCAR / POTCAR / KPOINTS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创建工作目录 vasp_xxx/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生成 run_vasp.sh (支持 Slurm)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可选 --run 直接执行 VASP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7498080" cy="0"/>
          </a:xfrm>
          <a:prstGeom prst="line">
            <a:avLst/>
          </a:prstGeom>
          <a:noFill/>
          <a:ln w="25400">
            <a:solidFill>
              <a:srgbClr val="E364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572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核心脚本结构与 vasp_scf 保持一致，便于维护与扩展。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配置文件 input.toml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通用字段与模块扩展字段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solidFill>
            <a:srgbClr val="F6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potcar_dir        赝势目录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kmesh             k点密度/网格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chgcar_path       CHGCAR 来源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wavecar_path      WAVECAR 来源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[vasp]            可执行路径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[slurm]           提交头部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[incar_params]    通用覆盖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[band_params]     能带专用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[dos_params]      DOS 专用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[cohp_params]     COHP 专用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[fermi_params]    费米面专用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模块：scf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自洽计算 (vasp_scf)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498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工作目录：vasp_scf/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输入：POSCAR + potcar_dir + kmesh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输出：INCAR / POTCAR / KPOINTS / CHGCAR / WAVECAR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用于后续 eband / eledos / fermisurface 的依赖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模块：eband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能带计算 (vasp_eband)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498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工作目录：vasp_eband/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vaspkit 303 生成 KPATH/KPOINTS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需要拷贝 CHGCAR / WAVECAR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常见输出：EIGENVAL, PROCAR, OUTCAR 等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模块：eledos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电子态密度 (vasp_eledos)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498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工作目录：vasp_eledos/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 ISMEAR=-5, NEDOS=2000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需要拷贝 CHGCAR / WAVECAR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常见输出：DOSCAR / PROCAR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模块：cohp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COHP/LOBSTER (vasp_cohp)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498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工作目录：vasp_cohp/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 LORBIT=12, ISYM=-1 (符合 LOBSTER 建议)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包含原子间距离辅助输出（需 pymatgen）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可配合 vasp_process_cohp 做后处理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模块：fermisurface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费米面计算 (vasp_fermisurface)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498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工作目录：vasp_fermisurface/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默认参数适合高精度能量采样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需要拷贝 CHGCAR / WAVECAR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输出用于后续费米面可视化工具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模块：locpot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LOCPOT 目录（预留）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498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当前目录为空，预留扩展 vasp_locpot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 INCAR 关键参数：LVTOT / LVHAR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工作目录建议命名：vasp_locpot/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常用命令模板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统一入口与执行方式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solidFill>
            <a:srgbClr val="F6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7498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vasp_scf       -i POSCAR -c input.toml --run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vasp_eband     -i POSCAR -c input.toml --run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vasp_eledos    -i POSCAR -c input.toml --run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vasp_cohp      -i POSCAR -c input.toml --run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vasp_fermisurface -i POSCAR -c input.toml --run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提示：所有脚本都支持 --run，默认只生成输入文件与运行脚本。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vaspflow 结构与使用概览</dc:title>
  <dc:subject>PptxGenJS Presentation</dc:subject>
  <dc:creator>DFTFlow</dc:creator>
  <cp:lastModifiedBy>DFTFlow</cp:lastModifiedBy>
  <cp:revision>1</cp:revision>
  <dcterms:created xsi:type="dcterms:W3CDTF">2026-02-07T06:42:11Z</dcterms:created>
  <dcterms:modified xsi:type="dcterms:W3CDTF">2026-02-07T06:42:11Z</dcterms:modified>
</cp:coreProperties>
</file>